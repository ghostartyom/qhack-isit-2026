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IEdGWzyZzOGkLY9pp+Gl7VES9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78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233146" y="703681"/>
            <a:ext cx="669798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🚀 Napkin Pitch: Your Project Name</a:t>
            </a: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3852581" y="1715539"/>
            <a:ext cx="44464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real-world problem are you solving?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2786" y="3336219"/>
            <a:ext cx="2836985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Hack Ingredients:</a:t>
            </a:r>
            <a:br>
              <a:rPr lang="en-US" sz="2600" b="1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82786" y="5384931"/>
            <a:ext cx="233557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Current Status :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82786" y="1686559"/>
            <a:ext cx="21776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Problem: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52450" y="6351212"/>
            <a:ext cx="81343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200" b="1" i="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Hackathon Theme: Solving Problems in Communication and Signal Processing using Quantum Computing</a:t>
            </a:r>
            <a:r>
              <a:rPr lang="en-US" sz="12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2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207360" y="6258290"/>
            <a:ext cx="8749552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91" name="Google Shape;91;p1"/>
          <p:cNvSpPr txBox="1"/>
          <p:nvPr/>
        </p:nvSpPr>
        <p:spPr>
          <a:xfrm>
            <a:off x="4348440" y="2467171"/>
            <a:ext cx="3454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your technical approach?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82786" y="2390227"/>
            <a:ext cx="22765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Your Solution:</a:t>
            </a:r>
            <a:endParaRPr sz="280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685738" y="3347349"/>
            <a:ext cx="27801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&lt;hardware&gt;  &lt;software&gt;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852581" y="4240804"/>
            <a:ext cx="44464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is your solution better or different? How will your solution create value?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82786" y="4166895"/>
            <a:ext cx="283698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938953"/>
                </a:solidFill>
                <a:latin typeface="Calibri"/>
                <a:ea typeface="Calibri"/>
                <a:cs typeface="Calibri"/>
                <a:sym typeface="Calibri"/>
              </a:rPr>
              <a:t>Unique Value Proposition: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178111" y="5431097"/>
            <a:ext cx="379543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have you built/tested so far? </a:t>
            </a:r>
            <a:endParaRPr/>
          </a:p>
        </p:txBody>
      </p:sp>
      <p:cxnSp>
        <p:nvCxnSpPr>
          <p:cNvPr id="97" name="Google Shape;97;p1"/>
          <p:cNvCxnSpPr/>
          <p:nvPr/>
        </p:nvCxnSpPr>
        <p:spPr>
          <a:xfrm>
            <a:off x="207360" y="1346976"/>
            <a:ext cx="8749552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98" name="Google Shape;98;p1" title="Logo.png"/>
          <p:cNvPicPr preferRelativeResize="0"/>
          <p:nvPr/>
        </p:nvPicPr>
        <p:blipFill rotWithShape="1">
          <a:blip r:embed="rId3">
            <a:alphaModFix/>
          </a:blip>
          <a:srcRect l="1597" r="1597"/>
          <a:stretch/>
        </p:blipFill>
        <p:spPr>
          <a:xfrm>
            <a:off x="7407130" y="27718"/>
            <a:ext cx="1696656" cy="8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233575" y="146775"/>
            <a:ext cx="472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ISIT 202</a:t>
            </a:r>
            <a:r>
              <a:rPr lang="en-US" sz="1800">
                <a:solidFill>
                  <a:srgbClr val="953734"/>
                </a:solidFill>
              </a:rPr>
              <a:t>6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Quantum Hackathon : Group - X</a:t>
            </a:r>
            <a:endParaRPr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" y="2325"/>
            <a:ext cx="1532235" cy="5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Ghost 自然选择</cp:lastModifiedBy>
  <cp:revision>1</cp:revision>
  <dcterms:created xsi:type="dcterms:W3CDTF">2013-01-27T09:14:16Z</dcterms:created>
  <dcterms:modified xsi:type="dcterms:W3CDTF">2026-06-27T16:04:11Z</dcterms:modified>
</cp:coreProperties>
</file>