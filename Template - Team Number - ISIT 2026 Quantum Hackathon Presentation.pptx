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Amatic SC" panose="020F0502020204030204" pitchFamily="2" charset="-79"/>
      <p:regular r:id="rId8"/>
      <p:bold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730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e538fbc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e538fbc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e538fbc5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5e538fbc5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e538fbc5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5e538fbc5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e538fbc50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5e538fbc50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e538fbc50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e538fbc50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27050" y="2214550"/>
            <a:ext cx="6142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Team Name 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Project Title -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967200" y="727675"/>
            <a:ext cx="1209600" cy="115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Team</a:t>
            </a:r>
            <a:endParaRPr sz="24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logo</a:t>
            </a:r>
            <a:endParaRPr sz="24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56" name="Google Shape;56;p13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8504" y="76201"/>
            <a:ext cx="2369296" cy="110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76200"/>
            <a:ext cx="2369301" cy="9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1137000" y="313575"/>
            <a:ext cx="6870000" cy="104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 + Solution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137000" y="3373725"/>
            <a:ext cx="6870000" cy="104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QC Advantage +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&amp; Mitigations</a:t>
            </a:r>
            <a:endParaRPr sz="2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137000" y="1657725"/>
            <a:ext cx="6870000" cy="637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Quantum Approach (Algorithm or Protocol)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8429375" y="113650"/>
            <a:ext cx="606900" cy="54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Team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logo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66" name="Google Shape;66;p14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1163850" y="2486025"/>
            <a:ext cx="6843300" cy="63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Implementation &amp; Tools (e.g., Qiskit, Cirq, PennyLane)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ctrTitle"/>
          </p:nvPr>
        </p:nvSpPr>
        <p:spPr>
          <a:xfrm>
            <a:off x="1680150" y="1634775"/>
            <a:ext cx="57837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600" b="1">
                <a:latin typeface="Roboto"/>
                <a:ea typeface="Roboto"/>
                <a:cs typeface="Roboto"/>
                <a:sym typeface="Roboto"/>
              </a:rPr>
              <a:t>Demo Time</a:t>
            </a:r>
            <a:endParaRPr sz="36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396"/>
              <a:buFont typeface="Arial"/>
              <a:buNone/>
            </a:pPr>
            <a:r>
              <a:rPr lang="en" sz="2022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Spend 2-3 minutes demoing your hack. Make it engaging, fun, funny, and interesting. Use storytelling to engage judges and audience. Practice the flow of the demo and be fully prepared with back-ups.</a:t>
            </a:r>
            <a:endParaRPr sz="3822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429375" y="113650"/>
            <a:ext cx="606900" cy="54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Team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logo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75" name="Google Shape;75;p15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8375" y="4659299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ctrTitle"/>
          </p:nvPr>
        </p:nvSpPr>
        <p:spPr>
          <a:xfrm>
            <a:off x="738300" y="682150"/>
            <a:ext cx="78195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200" b="1">
                <a:latin typeface="Roboto"/>
                <a:ea typeface="Roboto"/>
                <a:cs typeface="Roboto"/>
                <a:sym typeface="Roboto"/>
              </a:rPr>
              <a:t>Impact</a:t>
            </a:r>
            <a:br>
              <a:rPr lang="en" sz="3200" b="1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Problem impact &amp; importance</a:t>
            </a:r>
            <a:endParaRPr sz="18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ctrTitle"/>
          </p:nvPr>
        </p:nvSpPr>
        <p:spPr>
          <a:xfrm>
            <a:off x="738300" y="1933000"/>
            <a:ext cx="7819500" cy="13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200" b="1">
                <a:latin typeface="Roboto"/>
                <a:ea typeface="Roboto"/>
                <a:cs typeface="Roboto"/>
                <a:sym typeface="Roboto"/>
              </a:rPr>
              <a:t>Business Sustainability &amp; Scalability</a:t>
            </a:r>
            <a:br>
              <a:rPr lang="en" sz="3200" b="1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Is the project viable to be shipped beyond the hackathon, potentially deployed as a product? Does it have a sustainable and scalable model?</a:t>
            </a:r>
            <a:endParaRPr sz="18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ctrTitle"/>
          </p:nvPr>
        </p:nvSpPr>
        <p:spPr>
          <a:xfrm>
            <a:off x="738300" y="3479950"/>
            <a:ext cx="78195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200" b="1">
                <a:latin typeface="Roboto"/>
                <a:ea typeface="Roboto"/>
                <a:cs typeface="Roboto"/>
                <a:sym typeface="Roboto"/>
              </a:rPr>
              <a:t>Next Steps</a:t>
            </a:r>
            <a:endParaRPr sz="1800" i="0" u="none" strike="noStrike" cap="non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8429375" y="113650"/>
            <a:ext cx="606900" cy="54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Team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logo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85" name="Google Shape;85;p16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8375" y="4659299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1768950" y="1571250"/>
            <a:ext cx="5606100" cy="2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</a:rPr>
              <a:t>Team Photo</a:t>
            </a:r>
            <a:endParaRPr sz="34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sz="2000">
              <a:solidFill>
                <a:srgbClr val="B7B7B7"/>
              </a:solidFill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B7B7B7"/>
                </a:solidFill>
              </a:rPr>
              <a:t>List all Participants</a:t>
            </a:r>
            <a:br>
              <a:rPr lang="en" sz="1800">
                <a:solidFill>
                  <a:srgbClr val="B7B7B7"/>
                </a:solidFill>
              </a:rPr>
            </a:br>
            <a:r>
              <a:rPr lang="en" sz="1800">
                <a:solidFill>
                  <a:srgbClr val="B7B7B7"/>
                </a:solidFill>
              </a:rPr>
              <a:t>Name, University, Level, Country, Email</a:t>
            </a:r>
            <a:endParaRPr sz="1800">
              <a:solidFill>
                <a:srgbClr val="B7B7B7"/>
              </a:solidFill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429375" y="113650"/>
            <a:ext cx="606900" cy="54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Team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logo</a:t>
            </a:r>
            <a:endParaRPr sz="13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93" name="Google Shape;93;p17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8375" y="4596474"/>
            <a:ext cx="903176" cy="42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" y="4670625"/>
            <a:ext cx="1106765" cy="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On-screen Show (16:9)</PresentationFormat>
  <Paragraphs>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Roboto</vt:lpstr>
      <vt:lpstr>Calibri</vt:lpstr>
      <vt:lpstr>Arial</vt:lpstr>
      <vt:lpstr>Amatic SC</vt:lpstr>
      <vt:lpstr>Simple Light</vt:lpstr>
      <vt:lpstr>PowerPoint Presentation</vt:lpstr>
      <vt:lpstr>PowerPoint Presentation</vt:lpstr>
      <vt:lpstr> Demo Time  Spend 2-3 minutes demoing your hack. Make it engaging, fun, funny, and interesting. Use storytelling to engage judges and audience. Practice the flow of the demo and be fully prepared with back-ups.</vt:lpstr>
      <vt:lpstr>Impact Problem impact &amp; importance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Ghost 自然选择</cp:lastModifiedBy>
  <cp:revision>1</cp:revision>
  <dcterms:modified xsi:type="dcterms:W3CDTF">2026-06-27T15:56:46Z</dcterms:modified>
</cp:coreProperties>
</file>