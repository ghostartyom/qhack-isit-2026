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8"/>
    <p:sldId id="262" r:id="rId19"/>
    <p:sldId id="263" r:id="rId20"/>
    <p:sldId id="264" r:id="rId21"/>
  </p:sldIdLst>
  <p:sldSz cx="9144000" cy="5143500" type="screen16x9"/>
  <p:notesSz cx="6858000" cy="9144000"/>
  <p:embeddedFontLst>
    <p:embeddedFont>
      <p:font typeface="Amatic SC" panose="020F0502020204030204" pitchFamily="2" charset="-79"/>
      <p:regular r:id="rId8"/>
      <p:bold r:id="rId9"/>
    </p:embeddedFont>
    <p:embeddedFont>
      <p:font typeface="Roboto" panose="020000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730" y="1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Quantum-Boosted Channel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BCCEE"/>
                </a:solidFill>
                <a:latin typeface="Calibri"/>
              </a:defRPr>
            </a:pPr>
            <a:r>
              <a:t>for Dense Small-Cell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AACC"/>
                </a:solidFill>
                <a:latin typeface="Calibri"/>
              </a:defRPr>
            </a:pPr>
            <a:r>
              <a:t>ISIT 2026 Quantum Hackathon  ·  Team: The Entanglers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Warm-Start QAOA for Dynamic QUBO Re-optimization</a:t>
            </a:r>
            <a:br/>
            <a:r>
              <a:t>One-Hot vs Binary Encoding: a Qubit-vs-Depth Ansatz Design Choice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Problem: Channel Allocation in Dense Small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Channel allocation = weighted graph coloring → QUBO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Nodes = base stations, edges = interfering pairs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Edge weight = interference coupling (path-loss decay)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Assign K channels to N cells → minimize co-channel interference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NP-hard: brute force = K^N assignments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CRITICAL: It's RECURRING — users move, graph shifts,</a:t>
            </a:r>
          </a:p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the same QUBO family must be re-solved snapshot after snapshot.</a:t>
            </a:r>
          </a:p>
        </p:txBody>
      </p:sp>
      <p:pic>
        <p:nvPicPr>
          <p:cNvPr id="5" name="Picture 4" descr="fig_interferenc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731520"/>
            <a:ext cx="43434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A4A"/>
                </a:solidFill>
                <a:latin typeface="Calibri"/>
              </a:defRPr>
            </a:pPr>
            <a:r>
              <a:t>Key insight: Adjacent snapshots differ by a small perturbation → the previous optimum is near the new one. We can exploit this structure to cut re-optimization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Solution: Warm-Start QAOA for Dynamic QUBOs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3840480" cy="2377440"/>
          </a:xfrm>
          <a:prstGeom prst="rect">
            <a:avLst/>
          </a:prstGeom>
          <a:solidFill>
            <a:srgbClr val="FDEDE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❄  Cold-Start QAOA (Standard)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Each snapshot: start from uniform superposition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Optimize all γ, β from scratch via COBYLA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Every iteration = expensive circuit runs + sampling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Budget-constrained → far from optimum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840480" cy="2377440"/>
          </a:xfrm>
          <a:prstGeom prst="rect">
            <a:avLst/>
          </a:prstGeom>
          <a:solidFill>
            <a:srgbClr val="E8F8F5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00584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🔥  Warm-Start QAOA (Ours)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1. Relax prior snapshot's bitstring → continuous amplitudes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2. Initialize ansatz state + mixer from this relaxation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3. Search starts inside the basin of the prior solution</a:t>
            </a:r>
          </a:p>
          <a:p>
            <a:pPr>
              <a:spcAft>
                <a:spcPts val="4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→ Better approximation per optimizer iteration 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Based on: Egger, Mareček &amp; Woerner — Warm-starting quantum optimization</a:t>
            </a:r>
          </a:p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Our contribution: Apply warm-start QAOA to the dynamic/recurring QUBO regime + encoding study. We don't claim inventing warm-start QAOA.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Ansatz Design: One-Hot vs Binary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One-Hot Encoding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x[v,c] = 1 if cell v uses channel c, else 0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Qubits: N × K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Constraint: Σ_c x[v,c] = 1 (shallow penalty)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✓ Simple constraints, shallow circuit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✗ Qubit count grows linearly with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Binary Encoding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Channel index encoded in ⌈log₂K⌉ bits per cell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Qubits: N × ⌈log₂K⌉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Constraint: valid indices ≤ K-1 (denser penalty)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✓ Halves qubit count at K≥4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✗ Denser cost Hamiltonian, deeper circuit</a:t>
            </a:r>
          </a:p>
        </p:txBody>
      </p:sp>
      <p:pic>
        <p:nvPicPr>
          <p:cNvPr id="6" name="Picture 5" descr="fig_encoding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5029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Calibri"/>
              </a:defRPr>
            </a:pPr>
            <a:r>
              <a:t>Headline: Warm-Start Outperforms Cold-Start at Fixed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N=8 cells, K=3 channels, 5 mobility snapshots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Optimizer budget: maxiter=25 (tight)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Mean gap to optimum:</a:t>
            </a:r>
          </a:p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  Cold-start:  0.178  ✗</a:t>
            </a:r>
          </a:p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  Warm-start:  0.033  ✓  (5.5× better)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Warm-start nearer optimum on 4/5 snapshots</a:t>
            </a:r>
          </a:p>
        </p:txBody>
      </p:sp>
      <p:pic>
        <p:nvPicPr>
          <p:cNvPr id="5" name="Picture 4" descr="fig_mobility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731520"/>
            <a:ext cx="6560818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Verification: 5 Checks Passed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14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#1  QUBO Correctness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70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Both encodings: QUBO argmin = brute-force optimum (exact match).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#2  Warm-Start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At fixed maxiter=25, warm-start gap 5.5× smaller than cold-start (0.033 vs 0.178) across N=8 mobility sequence.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311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311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#3  Encoding Trade-off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8716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Binary halves qubits vs one-hot (e.g. 12 vs 18 for N=6 K=3). Depth comparison is non-monotonic — depends on (N,K).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95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895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#4  Cold QAOA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4553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Best of 3 runs: obj=1.8061 (gap 0.0004 vs brute-force 1.8057). QAOA consistently matches/beats greedy.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47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47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#5  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0390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N=10, K=3: QAOA (binary, 20 qubits) beats greedy by −0.41. Brute force (3^10 ≈ 59k) intractable for larger graphs.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Honest Boundaries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Simulator-only: no real quantum hardware yet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No noise model: QAOA depth bounded by simulator cost (reps=1)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~26 qubit hard cap: Aer SamplerV2 becomes unreliable beyond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λ penalty tuned empirically per graph size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Warm-start QAOA is Egger et al.'s work — we apply it, don't invent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→ Scale to 20+ cell graphs on GPU-accelerated Aer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→ Add noise model (FakeBrooklyn / FakeSherbrooke)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→ Explore hardware-native encodings (GRSC, parity)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→ Test on real IBM hardware for 2-3 qubit proof-of-concept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→ Extend to multi-objective (throughput + fairness)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86C1"/>
                </a:solidFill>
                <a:latin typeface="Calibri"/>
              </a:defRPr>
            </a:pPr>
            <a:r>
              <a:t>We show: warm-start QAOA is a promising approach for dynamic QUBO regimes — the hardware to run it at scale is forthcoming.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Hack Ingredients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Quantum Stack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Qiskit 2.4  — circuits, transpiler, ansatz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qiskit-aer 0.17  — statevector simulator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qiskit-algorithms  — QAOA, WarmStartQAOAOptimizer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qiskit-optimization  — QuadraticProgram, SlsqpOptimizer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Classical Stack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NetworkX  — interference graph generation + mobility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NumPy / SciPy  — classical baselines, continuous relaxation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COBYLA  — outer-loop parameter optimization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Pipeline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Interference graph → coloring QUBO →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cold/warm QAOA → decode → evaluate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Data Flow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src/graphs.py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Interference graph + mobility perturbation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 ↓</a:t>
            </a:r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src/qubo.py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One-hot / binary QUBO encoding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 ↓</a:t>
            </a:r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src/solve_qaoa.py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Cold-start / warm-start QAOA solver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333333"/>
                </a:solidFill>
                <a:latin typeface="Calibri"/>
              </a:defRPr>
            </a:pPr>
            <a:r>
              <a:t>src/baselines.py  ←→  src/dynamics.py  ←→  src/encoding_study.py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Brute force,        Cold vs warm         Qubits vs depth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greedy               @ fixed budget       vs feasibility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AACC"/>
                </a:solidFill>
                <a:latin typeface="Calibri"/>
              </a:defRPr>
            </a:pPr>
            <a:r>
              <a:t>Team: The Entanglers  ·  ISIT 2026 Quantum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Key References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Egger, Mareček &amp; Woerner — Warm-starting quantum optimization (arXiv:2009.10095)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Qiskit WarmStartQAOAOptimizer documentation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Code &amp; Demo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Full pipeline: github.com/.../qhack-isit-2026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5 standalone check scripts + 4 auto-generated figures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On-screen Show (16:9)</PresentationFormat>
  <Paragraphs>26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Roboto</vt:lpstr>
      <vt:lpstr>Calibri</vt:lpstr>
      <vt:lpstr>Arial</vt:lpstr>
      <vt:lpstr>Amatic SC</vt:lpstr>
      <vt:lpstr>Simple Light</vt:lpstr>
      <vt:lpstr>PowerPoint Presentation</vt:lpstr>
      <vt:lpstr>PowerPoint Presentation</vt:lpstr>
      <vt:lpstr> Demo Time  Spend 2-3 minutes demoing your hack. Make it engaging, fun, funny, and interesting. Use storytelling to engage judges and audience. Practice the flow of the demo and be fully prepared with back-ups.</vt:lpstr>
      <vt:lpstr>Impact Problem impact &amp; importance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Ghost 自然选择</cp:lastModifiedBy>
  <cp:revision>1</cp:revision>
  <dcterms:modified xsi:type="dcterms:W3CDTF">2026-06-27T15:56:46Z</dcterms:modified>
</cp:coreProperties>
</file>